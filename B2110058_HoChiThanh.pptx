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57" r:id="rId2"/>
  </p:sldMasterIdLst>
  <p:notesMasterIdLst>
    <p:notesMasterId r:id="rId17"/>
  </p:notesMasterIdLst>
  <p:handoutMasterIdLst>
    <p:handoutMasterId r:id="rId18"/>
  </p:handoutMasterIdLst>
  <p:sldIdLst>
    <p:sldId id="266" r:id="rId3"/>
    <p:sldId id="339" r:id="rId4"/>
    <p:sldId id="364" r:id="rId5"/>
    <p:sldId id="367" r:id="rId6"/>
    <p:sldId id="369" r:id="rId7"/>
    <p:sldId id="370" r:id="rId8"/>
    <p:sldId id="372" r:id="rId9"/>
    <p:sldId id="373" r:id="rId10"/>
    <p:sldId id="374" r:id="rId11"/>
    <p:sldId id="376" r:id="rId12"/>
    <p:sldId id="379" r:id="rId13"/>
    <p:sldId id="381" r:id="rId14"/>
    <p:sldId id="384" r:id="rId15"/>
    <p:sldId id="338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Raleway Black" pitchFamily="2" charset="0"/>
      <p:bold r:id="rId23"/>
      <p:boldItalic r:id="rId24"/>
    </p:embeddedFont>
  </p:embeddedFontLst>
  <p:defaultTextStyle>
    <a:defPPr>
      <a:defRPr lang="es-ES_trad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AD"/>
    <a:srgbClr val="384E85"/>
    <a:srgbClr val="485A75"/>
    <a:srgbClr val="FFFF75"/>
    <a:srgbClr val="E7B05F"/>
    <a:srgbClr val="FFFFFF"/>
    <a:srgbClr val="0095FA"/>
    <a:srgbClr val="FFDB69"/>
    <a:srgbClr val="173A88"/>
    <a:srgbClr val="009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526" autoAdjust="0"/>
    <p:restoredTop sz="94687"/>
  </p:normalViewPr>
  <p:slideViewPr>
    <p:cSldViewPr snapToGrid="0" snapToObjects="1" showGuides="1">
      <p:cViewPr varScale="1">
        <p:scale>
          <a:sx n="114" d="100"/>
          <a:sy n="114" d="100"/>
        </p:scale>
        <p:origin x="86" y="144"/>
      </p:cViewPr>
      <p:guideLst>
        <p:guide orient="horz" pos="1665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3824"/>
    </p:cViewPr>
  </p:sorterViewPr>
  <p:notesViewPr>
    <p:cSldViewPr snapToGrid="0" snapToObjects="1" showGuides="1">
      <p:cViewPr varScale="1">
        <p:scale>
          <a:sx n="97" d="100"/>
          <a:sy n="97" d="100"/>
        </p:scale>
        <p:origin x="434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FDAA2-155F-4D4D-80FA-13EF88C96703}" type="datetimeFigureOut">
              <a:rPr lang="es-ES_tradnl" smtClean="0"/>
              <a:t>01/05/2024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7FB22-0228-B54E-9266-921B6601F8FC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420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21A30-4CC4-49E4-B147-03AC43CBFBC5}" type="datetimeFigureOut">
              <a:rPr lang="en-US" smtClean="0"/>
              <a:t>01/05/2024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FD8B9-163A-434E-9B5F-E40F25E6C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3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8101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317" userDrawn="1">
          <p15:clr>
            <a:srgbClr val="FBAE40"/>
          </p15:clr>
        </p15:guide>
        <p15:guide id="3" pos="5534" userDrawn="1">
          <p15:clr>
            <a:srgbClr val="FBAE40"/>
          </p15:clr>
        </p15:guide>
        <p15:guide id="4" orient="horz" pos="32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1149839" y="1580811"/>
            <a:ext cx="2672862" cy="2597489"/>
          </a:xfrm>
          <a:prstGeom prst="ellipse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385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503238" y="1440136"/>
            <a:ext cx="2327885" cy="16089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3"/>
          </p:nvPr>
        </p:nvSpPr>
        <p:spPr>
          <a:xfrm>
            <a:off x="3408057" y="1440136"/>
            <a:ext cx="2327885" cy="16089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6" name="Marcador de imagen 3"/>
          <p:cNvSpPr>
            <a:spLocks noGrp="1"/>
          </p:cNvSpPr>
          <p:nvPr>
            <p:ph type="pic" sz="quarter" idx="14"/>
          </p:nvPr>
        </p:nvSpPr>
        <p:spPr>
          <a:xfrm>
            <a:off x="6457340" y="1440136"/>
            <a:ext cx="2327885" cy="16089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1753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503238" y="1440136"/>
            <a:ext cx="3951104" cy="16089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3"/>
          </p:nvPr>
        </p:nvSpPr>
        <p:spPr>
          <a:xfrm>
            <a:off x="4834121" y="1440136"/>
            <a:ext cx="3951104" cy="16089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7462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503237" y="1440136"/>
            <a:ext cx="8281987" cy="16089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27555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7" y="842626"/>
            <a:ext cx="4068763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512030" y="1273088"/>
            <a:ext cx="8273195" cy="19361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52127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4037586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512030" y="1273086"/>
            <a:ext cx="8273195" cy="32285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92842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503238" y="1440136"/>
            <a:ext cx="2565277" cy="31406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3"/>
          </p:nvPr>
        </p:nvSpPr>
        <p:spPr>
          <a:xfrm>
            <a:off x="3359697" y="1440136"/>
            <a:ext cx="2565277" cy="31406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6" name="Marcador de imagen 3"/>
          <p:cNvSpPr>
            <a:spLocks noGrp="1"/>
          </p:cNvSpPr>
          <p:nvPr>
            <p:ph type="pic" sz="quarter" idx="14"/>
          </p:nvPr>
        </p:nvSpPr>
        <p:spPr>
          <a:xfrm>
            <a:off x="6219948" y="1440136"/>
            <a:ext cx="2565277" cy="31406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9665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527905"/>
            <a:ext cx="1272808" cy="59751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842626"/>
            <a:ext cx="4068762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503238" y="1440136"/>
            <a:ext cx="3992382" cy="31406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3"/>
          </p:nvPr>
        </p:nvSpPr>
        <p:spPr>
          <a:xfrm>
            <a:off x="4792843" y="1440136"/>
            <a:ext cx="3992382" cy="314065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115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144202"/>
            <a:ext cx="6855923" cy="103874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TITLE</a:t>
            </a:r>
          </a:p>
        </p:txBody>
      </p:sp>
      <p:sp>
        <p:nvSpPr>
          <p:cNvPr id="12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660424"/>
            <a:ext cx="6855923" cy="711176"/>
          </a:xfrm>
          <a:prstGeom prst="rect">
            <a:avLst/>
          </a:prstGeom>
          <a:solidFill>
            <a:schemeClr val="bg1"/>
          </a:solidFill>
        </p:spPr>
        <p:txBody>
          <a:bodyPr wrap="square" lIns="0" tIns="72000" rIns="0" bIns="0" anchor="t"/>
          <a:lstStyle>
            <a:lvl1pPr marL="0" indent="0" algn="l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1425226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433210"/>
            <a:ext cx="4059970" cy="4847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3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TITLE</a:t>
            </a:r>
          </a:p>
        </p:txBody>
      </p:sp>
      <p:sp>
        <p:nvSpPr>
          <p:cNvPr id="7" name="Text Placeholder 23"/>
          <p:cNvSpPr txBox="1">
            <a:spLocks/>
          </p:cNvSpPr>
          <p:nvPr userDrawn="1"/>
        </p:nvSpPr>
        <p:spPr>
          <a:xfrm>
            <a:off x="7007469" y="413610"/>
            <a:ext cx="1777756" cy="16805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400"/>
              </a:lnSpc>
              <a:buNone/>
            </a:pPr>
            <a:r>
              <a:rPr lang="en-US" sz="1200" b="1">
                <a:solidFill>
                  <a:schemeClr val="bg1">
                    <a:lumMod val="85000"/>
                  </a:schemeClr>
                </a:solidFill>
              </a:rPr>
              <a:t>www.zacomic.com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675584"/>
            <a:ext cx="4068762" cy="537756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90509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413610"/>
            <a:ext cx="3736120" cy="4847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3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TITLE</a:t>
            </a:r>
          </a:p>
        </p:txBody>
      </p:sp>
      <p:sp>
        <p:nvSpPr>
          <p:cNvPr id="3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675589"/>
            <a:ext cx="3744211" cy="537756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4572000" y="663575"/>
            <a:ext cx="4213225" cy="38877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7" name="Text Placeholder 23"/>
          <p:cNvSpPr txBox="1">
            <a:spLocks/>
          </p:cNvSpPr>
          <p:nvPr userDrawn="1"/>
        </p:nvSpPr>
        <p:spPr>
          <a:xfrm>
            <a:off x="7007469" y="413610"/>
            <a:ext cx="1777756" cy="16805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400"/>
              </a:lnSpc>
              <a:buNone/>
            </a:pPr>
            <a:r>
              <a:rPr lang="en-US" sz="1200" b="1">
                <a:solidFill>
                  <a:schemeClr val="bg1">
                    <a:lumMod val="85000"/>
                  </a:schemeClr>
                </a:solidFill>
              </a:rPr>
              <a:t>www.zacomic.com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2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  <p15:guide id="5" pos="2676" userDrawn="1">
          <p15:clr>
            <a:srgbClr val="FBAE40"/>
          </p15:clr>
        </p15:guide>
        <p15:guide id="6" orient="horz" pos="28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144202"/>
            <a:ext cx="4059970" cy="1038746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buNone/>
              <a:defRPr sz="7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TITLE</a:t>
            </a:r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4572000" y="663575"/>
            <a:ext cx="4213225" cy="38877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s-ES_tradnl"/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663573"/>
            <a:ext cx="4059969" cy="822327"/>
          </a:xfrm>
          <a:prstGeom prst="rect">
            <a:avLst/>
          </a:prstGeom>
          <a:solidFill>
            <a:schemeClr val="bg1"/>
          </a:solidFill>
        </p:spPr>
        <p:txBody>
          <a:bodyPr wrap="none" lIns="0" tIns="72000" rIns="0" bIns="0" anchor="t">
            <a:noAutofit/>
          </a:bodyPr>
          <a:lstStyle>
            <a:lvl1pPr marL="0" indent="0" algn="l">
              <a:buNone/>
              <a:defRPr sz="3500" b="1" i="0">
                <a:solidFill>
                  <a:schemeClr val="tx1">
                    <a:lumMod val="75000"/>
                    <a:lumOff val="2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1962444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0" y="1024227"/>
            <a:ext cx="2976777" cy="2769989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>
            <a:lvl1pPr marL="0" indent="0" algn="l">
              <a:buNone/>
              <a:defRPr sz="200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2453045"/>
            <a:ext cx="2976777" cy="9319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72000" rIns="0" bIns="0" anchor="t"/>
          <a:lstStyle>
            <a:lvl1pPr marL="0" indent="0" algn="ctr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768614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433210"/>
            <a:ext cx="4059970" cy="48474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3500" b="1" i="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TITLE</a:t>
            </a:r>
          </a:p>
        </p:txBody>
      </p:sp>
      <p:sp>
        <p:nvSpPr>
          <p:cNvPr id="7" name="Text Placeholder 23"/>
          <p:cNvSpPr txBox="1">
            <a:spLocks/>
          </p:cNvSpPr>
          <p:nvPr userDrawn="1"/>
        </p:nvSpPr>
        <p:spPr>
          <a:xfrm>
            <a:off x="7007469" y="413610"/>
            <a:ext cx="1777756" cy="16805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400"/>
              </a:lnSpc>
              <a:buNone/>
            </a:pPr>
            <a:r>
              <a:rPr lang="en-US" sz="1200" b="1">
                <a:solidFill>
                  <a:schemeClr val="bg1">
                    <a:lumMod val="85000"/>
                  </a:schemeClr>
                </a:solidFill>
              </a:rPr>
              <a:t>www.zacomic.com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675584"/>
            <a:ext cx="4068762" cy="537756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anchor="t"/>
          <a:lstStyle>
            <a:lvl1pPr marL="0" indent="0" algn="l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/>
              <a:t>ABOUT US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69527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2550806" y="1776411"/>
            <a:ext cx="4059970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>
              <a:buNone/>
              <a:defRPr sz="7500" b="1" i="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ALPHA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2550806" y="2532181"/>
            <a:ext cx="4059969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ctr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ULTIMATE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1317011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32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01">
    <p:bg>
      <p:bgPr>
        <a:solidFill>
          <a:srgbClr val="18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3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7F7B47-9D3E-2748-9CA4-B6C213F26F84}" type="slidenum">
              <a:rPr lang="es-ES"/>
              <a:pPr>
                <a:defRPr/>
              </a:pPr>
              <a:t>‹#›</a:t>
            </a:fld>
            <a:endParaRPr lang="es-ES" sz="120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107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imple 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31" y="1120781"/>
            <a:ext cx="3009645" cy="30777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ts val="8000"/>
              </a:lnSpc>
              <a:buNone/>
              <a:defRPr sz="10000" b="1" i="0">
                <a:solidFill>
                  <a:schemeClr val="accent1">
                    <a:lumMod val="7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1" y="2156478"/>
            <a:ext cx="4059970" cy="611436"/>
          </a:xfrm>
          <a:prstGeom prst="rect">
            <a:avLst/>
          </a:prstGeom>
          <a:noFill/>
        </p:spPr>
        <p:txBody>
          <a:bodyPr wrap="square" lIns="0" tIns="72000" rIns="0" bIns="0" anchor="t"/>
          <a:lstStyle>
            <a:lvl1pPr marL="0" indent="0" algn="ctr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1950938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imple 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29" y="1534044"/>
            <a:ext cx="8273195" cy="13849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0000" b="1" i="0">
                <a:solidFill>
                  <a:schemeClr val="accent2">
                    <a:lumMod val="7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2156478"/>
            <a:ext cx="8273195" cy="1105706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72000" rIns="0" bIns="0" anchor="t"/>
          <a:lstStyle>
            <a:lvl1pPr marL="0" indent="0" algn="ctr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1317682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imple 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29" y="1534044"/>
            <a:ext cx="8273195" cy="13849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0000" b="1" i="0">
                <a:solidFill>
                  <a:schemeClr val="accent3">
                    <a:lumMod val="7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2156478"/>
            <a:ext cx="8273195" cy="1105706"/>
          </a:xfrm>
          <a:prstGeom prst="rect">
            <a:avLst/>
          </a:prstGeom>
          <a:solidFill>
            <a:schemeClr val="accent3"/>
          </a:solidFill>
        </p:spPr>
        <p:txBody>
          <a:bodyPr wrap="square" lIns="0" tIns="72000" rIns="0" bIns="0" anchor="t"/>
          <a:lstStyle>
            <a:lvl1pPr marL="0" indent="0" algn="ctr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1171741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imple 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29" y="1534044"/>
            <a:ext cx="8273195" cy="13849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0000" b="1" i="0">
                <a:solidFill>
                  <a:schemeClr val="accent4">
                    <a:lumMod val="7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2156478"/>
            <a:ext cx="8273195" cy="1105706"/>
          </a:xfrm>
          <a:prstGeom prst="rect">
            <a:avLst/>
          </a:prstGeom>
          <a:solidFill>
            <a:schemeClr val="accent4"/>
          </a:solidFill>
        </p:spPr>
        <p:txBody>
          <a:bodyPr wrap="square" lIns="0" tIns="72000" rIns="0" bIns="0" anchor="t"/>
          <a:lstStyle>
            <a:lvl1pPr marL="0" indent="0" algn="ctr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629832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imple 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29" y="1534044"/>
            <a:ext cx="8273195" cy="13849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0000" b="1" i="0">
                <a:solidFill>
                  <a:schemeClr val="accent5">
                    <a:lumMod val="7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2156478"/>
            <a:ext cx="8273195" cy="1105706"/>
          </a:xfrm>
          <a:prstGeom prst="rect">
            <a:avLst/>
          </a:prstGeom>
          <a:solidFill>
            <a:schemeClr val="accent5"/>
          </a:solidFill>
        </p:spPr>
        <p:txBody>
          <a:bodyPr wrap="square" lIns="0" tIns="72000" rIns="0" bIns="0" anchor="t"/>
          <a:lstStyle>
            <a:lvl1pPr marL="0" indent="0" algn="ctr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77679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imple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12029" y="1534044"/>
            <a:ext cx="8273195" cy="13849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0000" b="1" i="0">
                <a:solidFill>
                  <a:schemeClr val="accent6">
                    <a:lumMod val="7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  <p:sp>
        <p:nvSpPr>
          <p:cNvPr id="5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12030" y="2156478"/>
            <a:ext cx="8273195" cy="1105706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72000" rIns="0" bIns="0" anchor="t"/>
          <a:lstStyle>
            <a:lvl1pPr marL="0" indent="0" algn="ctr">
              <a:buNone/>
              <a:defRPr sz="35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621277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  <p15:guide id="4" orient="horz" pos="41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2550806" y="2198442"/>
            <a:ext cx="4059970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>
              <a:buNone/>
              <a:defRPr sz="7500" b="1" i="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ALPHA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2550806" y="2954212"/>
            <a:ext cx="4059969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ctr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ULTIMATE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2112055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2550806" y="1318842"/>
            <a:ext cx="4059970" cy="457197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>
              <a:buNone/>
              <a:defRPr sz="3500" b="1" i="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WELCOME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2550806" y="1837584"/>
            <a:ext cx="4059969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ctr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ULTIMATE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1496058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mb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2550806" y="545121"/>
            <a:ext cx="4059970" cy="457197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>
              <a:buNone/>
              <a:defRPr sz="3500" b="1" i="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INDEX</a:t>
            </a:r>
          </a:p>
        </p:txBody>
      </p:sp>
      <p:sp>
        <p:nvSpPr>
          <p:cNvPr id="9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2550806" y="1063863"/>
            <a:ext cx="4059969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ctr">
              <a:buNone/>
              <a:defRPr sz="1200" b="1" i="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ULTIMATE POWERPOINT TEMPLATE</a:t>
            </a:r>
          </a:p>
        </p:txBody>
      </p:sp>
      <p:cxnSp>
        <p:nvCxnSpPr>
          <p:cNvPr id="4" name="Conector recto 3"/>
          <p:cNvCxnSpPr/>
          <p:nvPr userDrawn="1"/>
        </p:nvCxnSpPr>
        <p:spPr>
          <a:xfrm flipV="1">
            <a:off x="4580790" y="1600200"/>
            <a:ext cx="0" cy="2778495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7"/>
          <p:cNvSpPr>
            <a:spLocks noGrp="1"/>
          </p:cNvSpPr>
          <p:nvPr>
            <p:ph type="body" sz="quarter" idx="12" hasCustomPrompt="1"/>
          </p:nvPr>
        </p:nvSpPr>
        <p:spPr>
          <a:xfrm>
            <a:off x="2550807" y="1600200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buNone/>
              <a:defRPr sz="3000" b="1" i="0">
                <a:solidFill>
                  <a:schemeClr val="accent2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11" name="Marcador de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89" y="1600200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1200" b="1" i="0">
                <a:solidFill>
                  <a:schemeClr val="accent2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 err="1"/>
              <a:t>About</a:t>
            </a:r>
            <a:r>
              <a:rPr lang="es-ES_tradnl" dirty="0"/>
              <a:t> </a:t>
            </a:r>
            <a:r>
              <a:rPr lang="es-ES_tradnl" dirty="0" err="1"/>
              <a:t>us</a:t>
            </a:r>
            <a:endParaRPr lang="es-ES_tradnl" dirty="0"/>
          </a:p>
        </p:txBody>
      </p:sp>
      <p:sp>
        <p:nvSpPr>
          <p:cNvPr id="14" name="Marcador de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2550807" y="2365129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buNone/>
              <a:defRPr sz="3000" b="1" i="0">
                <a:solidFill>
                  <a:schemeClr val="accent3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03</a:t>
            </a:r>
          </a:p>
        </p:txBody>
      </p:sp>
      <p:sp>
        <p:nvSpPr>
          <p:cNvPr id="15" name="Marcador de texto 7"/>
          <p:cNvSpPr>
            <a:spLocks noGrp="1"/>
          </p:cNvSpPr>
          <p:nvPr>
            <p:ph type="body" sz="quarter" idx="17" hasCustomPrompt="1"/>
          </p:nvPr>
        </p:nvSpPr>
        <p:spPr>
          <a:xfrm>
            <a:off x="4695089" y="2365129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1200" b="1" i="0">
                <a:solidFill>
                  <a:schemeClr val="accent3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 err="1"/>
              <a:t>Work</a:t>
            </a:r>
            <a:endParaRPr lang="es-ES_tradnl" dirty="0"/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4695089" y="1978270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3000" b="1" i="0">
                <a:solidFill>
                  <a:schemeClr val="bg1">
                    <a:lumMod val="6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02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2542014" y="1978270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buNone/>
              <a:defRPr sz="1200" b="1" i="0">
                <a:solidFill>
                  <a:schemeClr val="bg1">
                    <a:lumMod val="6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 err="1"/>
              <a:t>Services</a:t>
            </a:r>
            <a:endParaRPr lang="es-ES_tradnl" dirty="0"/>
          </a:p>
        </p:txBody>
      </p:sp>
      <p:sp>
        <p:nvSpPr>
          <p:cNvPr id="18" name="Marcador de texto 7"/>
          <p:cNvSpPr>
            <a:spLocks noGrp="1"/>
          </p:cNvSpPr>
          <p:nvPr>
            <p:ph type="body" sz="quarter" idx="20" hasCustomPrompt="1"/>
          </p:nvPr>
        </p:nvSpPr>
        <p:spPr>
          <a:xfrm>
            <a:off x="4695089" y="2751993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3000" b="1" i="0">
                <a:solidFill>
                  <a:schemeClr val="bg1">
                    <a:lumMod val="6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04</a:t>
            </a:r>
          </a:p>
        </p:txBody>
      </p:sp>
      <p:sp>
        <p:nvSpPr>
          <p:cNvPr id="19" name="Marcador de texto 7"/>
          <p:cNvSpPr>
            <a:spLocks noGrp="1"/>
          </p:cNvSpPr>
          <p:nvPr>
            <p:ph type="body" sz="quarter" idx="21" hasCustomPrompt="1"/>
          </p:nvPr>
        </p:nvSpPr>
        <p:spPr>
          <a:xfrm>
            <a:off x="2542014" y="2751993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buNone/>
              <a:defRPr sz="1200" b="1" i="0">
                <a:solidFill>
                  <a:schemeClr val="bg1">
                    <a:lumMod val="6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 err="1"/>
              <a:t>Results</a:t>
            </a:r>
            <a:endParaRPr lang="es-ES_tradnl" dirty="0"/>
          </a:p>
        </p:txBody>
      </p:sp>
      <p:sp>
        <p:nvSpPr>
          <p:cNvPr id="20" name="Marcador de texto 7"/>
          <p:cNvSpPr>
            <a:spLocks noGrp="1"/>
          </p:cNvSpPr>
          <p:nvPr>
            <p:ph type="body" sz="quarter" idx="22" hasCustomPrompt="1"/>
          </p:nvPr>
        </p:nvSpPr>
        <p:spPr>
          <a:xfrm>
            <a:off x="2550807" y="3147647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buNone/>
              <a:defRPr sz="3000" b="1" i="0">
                <a:solidFill>
                  <a:schemeClr val="accent5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05</a:t>
            </a:r>
          </a:p>
        </p:txBody>
      </p:sp>
      <p:sp>
        <p:nvSpPr>
          <p:cNvPr id="21" name="Marcador de texto 7"/>
          <p:cNvSpPr>
            <a:spLocks noGrp="1"/>
          </p:cNvSpPr>
          <p:nvPr>
            <p:ph type="body" sz="quarter" idx="23" hasCustomPrompt="1"/>
          </p:nvPr>
        </p:nvSpPr>
        <p:spPr>
          <a:xfrm>
            <a:off x="4695089" y="3147647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1200" b="1" i="0">
                <a:solidFill>
                  <a:schemeClr val="accent5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Extras</a:t>
            </a:r>
          </a:p>
        </p:txBody>
      </p:sp>
      <p:sp>
        <p:nvSpPr>
          <p:cNvPr id="22" name="Marcador de texto 7"/>
          <p:cNvSpPr>
            <a:spLocks noGrp="1"/>
          </p:cNvSpPr>
          <p:nvPr>
            <p:ph type="body" sz="quarter" idx="24" hasCustomPrompt="1"/>
          </p:nvPr>
        </p:nvSpPr>
        <p:spPr>
          <a:xfrm>
            <a:off x="4695089" y="3543302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3000" b="1" i="0">
                <a:solidFill>
                  <a:schemeClr val="bg1">
                    <a:lumMod val="6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/>
              <a:t>06</a:t>
            </a:r>
          </a:p>
        </p:txBody>
      </p:sp>
      <p:sp>
        <p:nvSpPr>
          <p:cNvPr id="23" name="Marcador de texto 7"/>
          <p:cNvSpPr>
            <a:spLocks noGrp="1"/>
          </p:cNvSpPr>
          <p:nvPr>
            <p:ph type="body" sz="quarter" idx="25" hasCustomPrompt="1"/>
          </p:nvPr>
        </p:nvSpPr>
        <p:spPr>
          <a:xfrm>
            <a:off x="2542014" y="3543302"/>
            <a:ext cx="1915686" cy="254979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buNone/>
              <a:defRPr sz="1200" b="1" i="0">
                <a:solidFill>
                  <a:schemeClr val="bg1">
                    <a:lumMod val="6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</a:lstStyle>
          <a:p>
            <a:pPr lvl="0"/>
            <a:r>
              <a:rPr lang="es-ES_tradnl" dirty="0" err="1"/>
              <a:t>Contact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27590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317">
          <p15:clr>
            <a:srgbClr val="FBAE40"/>
          </p15:clr>
        </p15:guide>
        <p15:guide id="3" pos="55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3"/>
          <p:cNvSpPr txBox="1">
            <a:spLocks/>
          </p:cNvSpPr>
          <p:nvPr userDrawn="1"/>
        </p:nvSpPr>
        <p:spPr>
          <a:xfrm>
            <a:off x="7007469" y="413610"/>
            <a:ext cx="1777756" cy="16805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400"/>
              </a:lnSpc>
              <a:buNone/>
            </a:pPr>
            <a:r>
              <a:rPr lang="en-US" sz="1200" b="1">
                <a:solidFill>
                  <a:schemeClr val="bg1">
                    <a:lumMod val="85000"/>
                  </a:schemeClr>
                </a:solidFill>
              </a:rPr>
              <a:t>www.zacomic.com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 Placeholder 23"/>
          <p:cNvSpPr txBox="1">
            <a:spLocks/>
          </p:cNvSpPr>
          <p:nvPr userDrawn="1"/>
        </p:nvSpPr>
        <p:spPr>
          <a:xfrm>
            <a:off x="512030" y="4677879"/>
            <a:ext cx="4059970" cy="21943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400"/>
              </a:lnSpc>
              <a:buNone/>
            </a:pPr>
            <a:r>
              <a:rPr lang="en-US" sz="1200" b="1">
                <a:solidFill>
                  <a:schemeClr val="bg1">
                    <a:lumMod val="85000"/>
                  </a:schemeClr>
                </a:solidFill>
              </a:rPr>
              <a:t>“The best company is our company”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"/>
          </p:nvPr>
        </p:nvSpPr>
        <p:spPr>
          <a:xfrm>
            <a:off x="6727825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F2F4C-3B30-FC42-B0C0-57477CE036D2}" type="slidenum">
              <a:rPr lang="es-ES_tradnl" smtClean="0"/>
              <a:pPr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937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3" r:id="rId2"/>
    <p:sldLayoutId id="2147483670" r:id="rId3"/>
    <p:sldLayoutId id="2147483671" r:id="rId4"/>
    <p:sldLayoutId id="2147483672" r:id="rId5"/>
    <p:sldLayoutId id="2147483667" r:id="rId6"/>
    <p:sldLayoutId id="2147483668" r:id="rId7"/>
    <p:sldLayoutId id="2147483674" r:id="rId8"/>
    <p:sldLayoutId id="2147483675" r:id="rId9"/>
    <p:sldLayoutId id="2147483652" r:id="rId10"/>
    <p:sldLayoutId id="2147483653" r:id="rId11"/>
    <p:sldLayoutId id="2147483654" r:id="rId12"/>
    <p:sldLayoutId id="2147483655" r:id="rId13"/>
    <p:sldLayoutId id="2147483666" r:id="rId14"/>
    <p:sldLayoutId id="2147483669" r:id="rId15"/>
    <p:sldLayoutId id="2147483656" r:id="rId16"/>
    <p:sldLayoutId id="2147483673" r:id="rId17"/>
    <p:sldLayoutId id="2147483684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51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63" r:id="rId7"/>
    <p:sldLayoutId id="2147483664" r:id="rId8"/>
    <p:sldLayoutId id="2147483665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D65C8A-2D93-255B-3682-F2149FB4DC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2587625" y="780679"/>
            <a:ext cx="3968750" cy="3968750"/>
          </a:xfrm>
          <a:prstGeom prst="rect">
            <a:avLst/>
          </a:prstGeom>
        </p:spPr>
      </p:pic>
      <p:cxnSp>
        <p:nvCxnSpPr>
          <p:cNvPr id="7" name="Conector recto 6"/>
          <p:cNvCxnSpPr>
            <a:cxnSpLocks/>
          </p:cNvCxnSpPr>
          <p:nvPr/>
        </p:nvCxnSpPr>
        <p:spPr>
          <a:xfrm>
            <a:off x="3343729" y="3377592"/>
            <a:ext cx="2381250" cy="0"/>
          </a:xfrm>
          <a:prstGeom prst="line">
            <a:avLst/>
          </a:prstGeom>
          <a:ln w="9525">
            <a:solidFill>
              <a:srgbClr val="0069AD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9C9BFED-CD34-182A-F4F7-084BF0C9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03"/>
            <a:ext cx="4397838" cy="2354595"/>
          </a:xfrm>
          <a:prstGeom prst="rect">
            <a:avLst/>
          </a:prstGeom>
        </p:spPr>
      </p:pic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112627" y="1856406"/>
            <a:ext cx="6680452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4400">
                <a:solidFill>
                  <a:srgbClr val="0069AD"/>
                </a:solidFill>
              </a:rPr>
              <a:t>Vietnam Tourism Web</a:t>
            </a:r>
            <a:endParaRPr lang="es-ES_tradnl" sz="4400" dirty="0">
              <a:solidFill>
                <a:srgbClr val="0069AD"/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AFA42BB-4B5D-43E2-F901-5D20470591E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282808-5D6B-42A4-FBFD-8A64141C697A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arallelogram 59">
            <a:extLst>
              <a:ext uri="{FF2B5EF4-FFF2-40B4-BE49-F238E27FC236}">
                <a16:creationId xmlns:a16="http://schemas.microsoft.com/office/drawing/2014/main" id="{6374BF28-56F3-AA69-3F1B-E11BBD520D7B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F18F6E97-EC32-1A0D-D2E6-A5AA757F1F36}"/>
              </a:ext>
            </a:extLst>
          </p:cNvPr>
          <p:cNvSpPr txBox="1">
            <a:spLocks/>
          </p:cNvSpPr>
          <p:nvPr/>
        </p:nvSpPr>
        <p:spPr>
          <a:xfrm>
            <a:off x="2742499" y="3763804"/>
            <a:ext cx="3905095" cy="59503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3500" b="1" i="0" kern="1200">
                <a:solidFill>
                  <a:srgbClr val="E8E7E9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Ho Chi Thanh		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B2110058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>
              <a:lnSpc>
                <a:spcPct val="100000"/>
              </a:lnSpc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D7AA21D9-BB03-D9B3-DF76-E06756B121DB}"/>
              </a:ext>
            </a:extLst>
          </p:cNvPr>
          <p:cNvSpPr txBox="1">
            <a:spLocks/>
          </p:cNvSpPr>
          <p:nvPr/>
        </p:nvSpPr>
        <p:spPr>
          <a:xfrm>
            <a:off x="2515736" y="4018130"/>
            <a:ext cx="4059969" cy="360486"/>
          </a:xfrm>
          <a:prstGeom prst="rect">
            <a:avLst/>
          </a:prstGeom>
          <a:noFill/>
        </p:spPr>
        <p:txBody>
          <a:bodyPr vert="horz" lIns="0" tIns="108000" rIns="0" bIns="0" anchor="t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83">
              <a:lnSpc>
                <a:spcPct val="100000"/>
              </a:lnSpc>
            </a:pPr>
            <a:r>
              <a:rPr lang="es-ES_tradnl" sz="1400" b="0">
                <a:solidFill>
                  <a:schemeClr val="tx1"/>
                </a:solidFill>
                <a:latin typeface="Times New Roman" panose="02020603050405020304" pitchFamily="18" charset="0"/>
                <a:ea typeface="Open Sans Light" panose="020B0306030504020204" pitchFamily="34" charset="0"/>
                <a:cs typeface="Times New Roman" panose="02020603050405020304" pitchFamily="18" charset="0"/>
              </a:rPr>
              <a:t>College of ICT, Can Tho University</a:t>
            </a:r>
            <a:endParaRPr lang="es-ES_tradnl" sz="1400" b="0" dirty="0">
              <a:solidFill>
                <a:schemeClr val="tx1"/>
              </a:solidFill>
              <a:latin typeface="Times New Roman" panose="02020603050405020304" pitchFamily="18" charset="0"/>
              <a:ea typeface="Open Sans Light" panose="020B03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22969435-405F-3A10-9779-7C3738042D9C}"/>
              </a:ext>
            </a:extLst>
          </p:cNvPr>
          <p:cNvSpPr txBox="1">
            <a:spLocks/>
          </p:cNvSpPr>
          <p:nvPr/>
        </p:nvSpPr>
        <p:spPr>
          <a:xfrm>
            <a:off x="2526768" y="4787557"/>
            <a:ext cx="4059969" cy="360486"/>
          </a:xfrm>
          <a:prstGeom prst="rect">
            <a:avLst/>
          </a:prstGeom>
          <a:noFill/>
        </p:spPr>
        <p:txBody>
          <a:bodyPr vert="horz" lIns="0" tIns="108000" rIns="0" bIns="0" anchor="t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83">
              <a:lnSpc>
                <a:spcPct val="100000"/>
              </a:lnSpc>
            </a:pPr>
            <a:r>
              <a:rPr lang="es-ES_tradnl" sz="1400" b="0">
                <a:solidFill>
                  <a:schemeClr val="tx1"/>
                </a:solidFill>
                <a:latin typeface="Times New Roman" panose="02020603050405020304" pitchFamily="18" charset="0"/>
                <a:ea typeface="Open Sans Light" panose="020B0306030504020204" pitchFamily="34" charset="0"/>
                <a:cs typeface="Times New Roman" panose="02020603050405020304" pitchFamily="18" charset="0"/>
              </a:rPr>
              <a:t>04/2024</a:t>
            </a:r>
            <a:endParaRPr lang="es-ES_tradnl" sz="1400" b="0" dirty="0">
              <a:solidFill>
                <a:schemeClr val="tx1"/>
              </a:solidFill>
              <a:latin typeface="Times New Roman" panose="02020603050405020304" pitchFamily="18" charset="0"/>
              <a:ea typeface="Open Sans Light" panose="020B03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953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0ECD00C8-1CD1-EAA7-4911-17E97C0A2A1D}"/>
              </a:ext>
            </a:extLst>
          </p:cNvPr>
          <p:cNvSpPr txBox="1">
            <a:spLocks/>
          </p:cNvSpPr>
          <p:nvPr/>
        </p:nvSpPr>
        <p:spPr>
          <a:xfrm>
            <a:off x="512030" y="1582641"/>
            <a:ext cx="3736120" cy="77662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00"/>
              </a:lnSpc>
              <a:buNone/>
            </a:pP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Lato" charset="0"/>
              <a:ea typeface="Lato" charset="0"/>
              <a:cs typeface="Lato" charset="0"/>
            </a:endParaRP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0759B0C0-F554-98EB-D0EB-DD1737727925}"/>
              </a:ext>
            </a:extLst>
          </p:cNvPr>
          <p:cNvSpPr txBox="1">
            <a:spLocks/>
          </p:cNvSpPr>
          <p:nvPr/>
        </p:nvSpPr>
        <p:spPr>
          <a:xfrm>
            <a:off x="503237" y="3028389"/>
            <a:ext cx="5218293" cy="25497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A </a:t>
            </a:r>
            <a:r>
              <a:rPr lang="en-US" sz="1400">
                <a:solidFill>
                  <a:srgbClr val="0069AD"/>
                </a:solidFill>
              </a:rPr>
              <a:t>website</a:t>
            </a:r>
            <a:r>
              <a:rPr lang="en-US" sz="1400"/>
              <a:t> where tourist can booking tour easily and know more about beautiful lanscapes of Vietnam</a:t>
            </a:r>
            <a:endParaRPr lang="es-ES_tradnl" sz="1400" dirty="0"/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5742B368-3D8E-C886-4110-5C529D786C3F}"/>
              </a:ext>
            </a:extLst>
          </p:cNvPr>
          <p:cNvSpPr txBox="1">
            <a:spLocks/>
          </p:cNvSpPr>
          <p:nvPr/>
        </p:nvSpPr>
        <p:spPr>
          <a:xfrm>
            <a:off x="512030" y="3906275"/>
            <a:ext cx="5087668" cy="27588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/>
              <a:t>Implemented by </a:t>
            </a:r>
            <a:r>
              <a:rPr lang="es-ES_tradnl" sz="1400">
                <a:solidFill>
                  <a:srgbClr val="0069AD"/>
                </a:solidFill>
              </a:rPr>
              <a:t>Vue.js – Tailwind CSS – Spring Boot</a:t>
            </a:r>
            <a:endParaRPr lang="es-ES_tradnl" sz="1400" dirty="0">
              <a:solidFill>
                <a:srgbClr val="0069AD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83D59F-A399-158C-6413-3249F10BABFE}"/>
              </a:ext>
            </a:extLst>
          </p:cNvPr>
          <p:cNvCxnSpPr/>
          <p:nvPr/>
        </p:nvCxnSpPr>
        <p:spPr>
          <a:xfrm>
            <a:off x="512030" y="3593164"/>
            <a:ext cx="4251642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80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es-ES_tradnl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  <a:endParaRPr lang="es-ES_tradnl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251975" y="1905200"/>
            <a:ext cx="6334762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4400">
                <a:solidFill>
                  <a:srgbClr val="0069AD"/>
                </a:solidFill>
              </a:rPr>
              <a:t>Vietnam Tourism Web </a:t>
            </a:r>
          </a:p>
        </p:txBody>
      </p:sp>
      <p:sp>
        <p:nvSpPr>
          <p:cNvPr id="29" name="Marcador de texto 8">
            <a:extLst>
              <a:ext uri="{FF2B5EF4-FFF2-40B4-BE49-F238E27FC236}">
                <a16:creationId xmlns:a16="http://schemas.microsoft.com/office/drawing/2014/main" id="{5742B368-3D8E-C886-4110-5C529D786C3F}"/>
              </a:ext>
            </a:extLst>
          </p:cNvPr>
          <p:cNvSpPr txBox="1">
            <a:spLocks/>
          </p:cNvSpPr>
          <p:nvPr/>
        </p:nvSpPr>
        <p:spPr>
          <a:xfrm>
            <a:off x="503234" y="4170769"/>
            <a:ext cx="5087669" cy="27588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/>
              <a:t>Database: </a:t>
            </a:r>
            <a:r>
              <a:rPr lang="es-ES_tradnl" sz="1400">
                <a:solidFill>
                  <a:srgbClr val="0069AD"/>
                </a:solidFill>
              </a:rPr>
              <a:t>MySQL</a:t>
            </a:r>
            <a:endParaRPr lang="es-ES_tradnl" sz="1400" dirty="0">
              <a:solidFill>
                <a:srgbClr val="0069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057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0ECD00C8-1CD1-EAA7-4911-17E97C0A2A1D}"/>
              </a:ext>
            </a:extLst>
          </p:cNvPr>
          <p:cNvSpPr txBox="1">
            <a:spLocks/>
          </p:cNvSpPr>
          <p:nvPr/>
        </p:nvSpPr>
        <p:spPr>
          <a:xfrm>
            <a:off x="512030" y="1582641"/>
            <a:ext cx="3736120" cy="77662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00"/>
              </a:lnSpc>
              <a:buNone/>
            </a:pP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Lato" charset="0"/>
              <a:ea typeface="Lato" charset="0"/>
              <a:cs typeface="Lato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80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es-ES_tradnl" sz="2400">
                <a:solidFill>
                  <a:schemeClr val="tx1">
                    <a:lumMod val="75000"/>
                    <a:lumOff val="25000"/>
                  </a:schemeClr>
                </a:solidFill>
              </a:rPr>
              <a:t>DESIGN AND IMPLEMENTATION</a:t>
            </a:r>
            <a:endParaRPr lang="es-ES_tradnl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BBA1C0-865C-1513-2132-435FF552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189" y="1144006"/>
            <a:ext cx="6170407" cy="35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0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3574E330-7E75-1517-3DAB-36B5CDBE410B}"/>
              </a:ext>
            </a:extLst>
          </p:cNvPr>
          <p:cNvSpPr txBox="1">
            <a:spLocks/>
          </p:cNvSpPr>
          <p:nvPr/>
        </p:nvSpPr>
        <p:spPr>
          <a:xfrm>
            <a:off x="503238" y="1832166"/>
            <a:ext cx="3265715" cy="260427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 - Log in</a:t>
            </a:r>
          </a:p>
          <a:p>
            <a:pPr marL="0" indent="0">
              <a:buNone/>
            </a:pPr>
            <a:r>
              <a:rPr lang="en-US"/>
              <a:t>  - Tour addition, editing, deletion</a:t>
            </a:r>
            <a:endParaRPr lang="en-US" sz="1800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3574E330-7E75-1517-3DAB-36B5CDBE410B}"/>
              </a:ext>
            </a:extLst>
          </p:cNvPr>
          <p:cNvSpPr txBox="1">
            <a:spLocks/>
          </p:cNvSpPr>
          <p:nvPr/>
        </p:nvSpPr>
        <p:spPr>
          <a:xfrm>
            <a:off x="3460519" y="1426639"/>
            <a:ext cx="5570269" cy="2604274"/>
          </a:xfrm>
          <a:prstGeom prst="rect">
            <a:avLst/>
          </a:prstGeom>
        </p:spPr>
        <p:txBody>
          <a:bodyPr lIns="0" tIns="0" rIns="0" bIns="0" numCol="1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buClr>
                <a:srgbClr val="0069AD"/>
              </a:buClr>
              <a:buNone/>
            </a:pPr>
            <a:endParaRPr lang="en-US" sz="14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503238" y="1642380"/>
            <a:ext cx="8405812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462660" y="972206"/>
            <a:ext cx="1579529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2400">
                <a:solidFill>
                  <a:schemeClr val="tx1"/>
                </a:solidFill>
              </a:rPr>
              <a:t>ADMIN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5796972" y="957355"/>
            <a:ext cx="1579529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2400">
                <a:solidFill>
                  <a:schemeClr val="tx1"/>
                </a:solidFill>
              </a:rPr>
              <a:t>CLIENT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574E330-7E75-1517-3DAB-36B5CDBE410B}"/>
              </a:ext>
            </a:extLst>
          </p:cNvPr>
          <p:cNvSpPr txBox="1">
            <a:spLocks/>
          </p:cNvSpPr>
          <p:nvPr/>
        </p:nvSpPr>
        <p:spPr>
          <a:xfrm>
            <a:off x="4767013" y="1800227"/>
            <a:ext cx="3265715" cy="260427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 - Register</a:t>
            </a:r>
          </a:p>
          <a:p>
            <a:pPr marL="0" indent="0">
              <a:buNone/>
            </a:pPr>
            <a:r>
              <a:rPr lang="en-US"/>
              <a:t>  - Log in</a:t>
            </a:r>
          </a:p>
          <a:p>
            <a:pPr marL="0" indent="0">
              <a:buNone/>
            </a:pPr>
            <a:r>
              <a:rPr lang="en-US"/>
              <a:t>  - Searching tours</a:t>
            </a:r>
          </a:p>
          <a:p>
            <a:pPr marL="0" indent="0">
              <a:buNone/>
            </a:pPr>
            <a:r>
              <a:rPr lang="en-US"/>
              <a:t>  - Booking tours</a:t>
            </a:r>
          </a:p>
          <a:p>
            <a:pPr marL="0" indent="0">
              <a:buNone/>
            </a:pP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4197531" y="548640"/>
            <a:ext cx="0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4426449" y="1204867"/>
            <a:ext cx="0" cy="3231573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MAIN FUNCTIONS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90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USE CASE DIAGRAM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742672" y="2433692"/>
            <a:ext cx="1579529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20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1076325" y="3061930"/>
            <a:ext cx="908310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7792AC1-3A15-093C-D769-FE47EE8B2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788" y="1238655"/>
            <a:ext cx="5579745" cy="34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3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USE CASE DIAGRAM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742672" y="2788667"/>
            <a:ext cx="1579529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2000">
                <a:solidFill>
                  <a:schemeClr val="tx1"/>
                </a:solidFill>
              </a:rPr>
              <a:t>ADMIN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958938" y="3413319"/>
            <a:ext cx="1149407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40EAE0E-58D6-FE9C-2FF3-64FAB1246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976" y="1200128"/>
            <a:ext cx="4504372" cy="342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>
                <a:solidFill>
                  <a:schemeClr val="tx1">
                    <a:lumMod val="75000"/>
                    <a:lumOff val="25000"/>
                  </a:schemeClr>
                </a:solidFill>
              </a:rPr>
              <a:t>INTERFACE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30635" y="2313518"/>
            <a:ext cx="190473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chemeClr val="tx1"/>
                </a:solidFill>
              </a:rPr>
              <a:t>Homepage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389715" y="2917816"/>
            <a:ext cx="1375866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AF0AF41-3CC8-637C-534A-03A3E2A64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369" y="1397626"/>
            <a:ext cx="5579745" cy="3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97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>
                <a:solidFill>
                  <a:schemeClr val="tx1">
                    <a:lumMod val="75000"/>
                    <a:lumOff val="25000"/>
                  </a:schemeClr>
                </a:solidFill>
              </a:rPr>
              <a:t>INTERFACE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30635" y="2313518"/>
            <a:ext cx="190473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chemeClr val="tx1"/>
                </a:solidFill>
              </a:rPr>
              <a:t>Register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653140" y="2917816"/>
            <a:ext cx="801189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5275E66-8BE3-26C3-BF01-F9BA80FDD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569" y="1091981"/>
            <a:ext cx="2695370" cy="39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70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>
                <a:solidFill>
                  <a:schemeClr val="tx1">
                    <a:lumMod val="75000"/>
                    <a:lumOff val="25000"/>
                  </a:schemeClr>
                </a:solidFill>
              </a:rPr>
              <a:t>INTERFACE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30635" y="2313518"/>
            <a:ext cx="190473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chemeClr val="tx1"/>
                </a:solidFill>
              </a:rPr>
              <a:t>Login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653140" y="2917816"/>
            <a:ext cx="801189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71B689A-C274-CD2B-EEB2-4A9E1B012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850" y="1258658"/>
            <a:ext cx="3307080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>
                <a:solidFill>
                  <a:schemeClr val="tx1">
                    <a:lumMod val="75000"/>
                    <a:lumOff val="25000"/>
                  </a:schemeClr>
                </a:solidFill>
              </a:rPr>
              <a:t>INTERFACE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30635" y="2313518"/>
            <a:ext cx="243839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chemeClr val="tx1"/>
                </a:solidFill>
              </a:rPr>
              <a:t>Tour detail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359158" y="2909552"/>
            <a:ext cx="1983448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CE3C529-8AD3-4F27-FD3E-31B644C1B9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523" y="1533658"/>
            <a:ext cx="5822950" cy="30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83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>
                <a:solidFill>
                  <a:schemeClr val="tx1">
                    <a:lumMod val="75000"/>
                    <a:lumOff val="25000"/>
                  </a:schemeClr>
                </a:solidFill>
              </a:rPr>
              <a:t>INTERFACE: ADMIN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30635" y="2404095"/>
            <a:ext cx="190473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chemeClr val="tx1"/>
                </a:solidFill>
              </a:rPr>
              <a:t>Tour Management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389715" y="3159865"/>
            <a:ext cx="1375866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7FA34E2-EE9A-B3DB-5544-F025CC17F5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788" y="1511984"/>
            <a:ext cx="5579745" cy="281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5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>
                <a:solidFill>
                  <a:schemeClr val="tx1">
                    <a:lumMod val="75000"/>
                    <a:lumOff val="25000"/>
                  </a:schemeClr>
                </a:solidFill>
              </a:rPr>
              <a:t>INTERFACE: ADMIN</a:t>
            </a:r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130635" y="2404095"/>
            <a:ext cx="190473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chemeClr val="tx1"/>
                </a:solidFill>
              </a:rPr>
              <a:t>Booking Management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2E065D-C38F-6E62-48E6-73A6B0BAB565}"/>
              </a:ext>
            </a:extLst>
          </p:cNvPr>
          <p:cNvCxnSpPr/>
          <p:nvPr/>
        </p:nvCxnSpPr>
        <p:spPr>
          <a:xfrm>
            <a:off x="389715" y="3159865"/>
            <a:ext cx="1375866" cy="0"/>
          </a:xfrm>
          <a:prstGeom prst="line">
            <a:avLst/>
          </a:prstGeom>
          <a:ln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FDF7E9C-DCE7-6B0B-C1C3-618E5AEC72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494" y="1518652"/>
            <a:ext cx="5579745" cy="28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CE01-DF56-6C6C-DF04-596F5400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0ECD00C8-1CD1-EAA7-4911-17E97C0A2A1D}"/>
              </a:ext>
            </a:extLst>
          </p:cNvPr>
          <p:cNvSpPr txBox="1">
            <a:spLocks/>
          </p:cNvSpPr>
          <p:nvPr/>
        </p:nvSpPr>
        <p:spPr>
          <a:xfrm>
            <a:off x="512030" y="1582641"/>
            <a:ext cx="3736120" cy="77662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00"/>
              </a:lnSpc>
              <a:buNone/>
            </a:pP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Lato" charset="0"/>
              <a:ea typeface="Lato" charset="0"/>
              <a:cs typeface="Lato" charset="0"/>
            </a:endParaRP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0759B0C0-F554-98EB-D0EB-DD1737727925}"/>
              </a:ext>
            </a:extLst>
          </p:cNvPr>
          <p:cNvSpPr txBox="1">
            <a:spLocks/>
          </p:cNvSpPr>
          <p:nvPr/>
        </p:nvSpPr>
        <p:spPr>
          <a:xfrm>
            <a:off x="503238" y="1913096"/>
            <a:ext cx="3678704" cy="25497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Provide user-friendly, intuitive, and easy-to-use interface</a:t>
            </a:r>
            <a:endParaRPr lang="es-ES_tradnl" sz="1400" dirty="0"/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276A5665-0C01-6675-005B-578F322E15E6}"/>
              </a:ext>
            </a:extLst>
          </p:cNvPr>
          <p:cNvSpPr txBox="1">
            <a:spLocks/>
          </p:cNvSpPr>
          <p:nvPr/>
        </p:nvSpPr>
        <p:spPr>
          <a:xfrm>
            <a:off x="503237" y="2368267"/>
            <a:ext cx="3678704" cy="275886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Meets most of the initially outlined requirements as a simple tourism website</a:t>
            </a:r>
            <a:endParaRPr lang="es-ES_tradnl" sz="14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1691819-32CD-074E-EA51-57978DFF50DD}"/>
              </a:ext>
            </a:extLst>
          </p:cNvPr>
          <p:cNvCxnSpPr/>
          <p:nvPr/>
        </p:nvCxnSpPr>
        <p:spPr>
          <a:xfrm>
            <a:off x="1295400" y="885825"/>
            <a:ext cx="784860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A3D498-7905-339B-9263-C859AB1D5E3C}"/>
              </a:ext>
            </a:extLst>
          </p:cNvPr>
          <p:cNvSpPr/>
          <p:nvPr/>
        </p:nvSpPr>
        <p:spPr>
          <a:xfrm>
            <a:off x="1076325" y="914400"/>
            <a:ext cx="8067675" cy="112689"/>
          </a:xfrm>
          <a:prstGeom prst="rect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EBC9D2-C0D1-7D53-3361-1705A4B9ACD7}"/>
              </a:ext>
            </a:extLst>
          </p:cNvPr>
          <p:cNvSpPr/>
          <p:nvPr/>
        </p:nvSpPr>
        <p:spPr>
          <a:xfrm>
            <a:off x="359158" y="4620826"/>
            <a:ext cx="2602384" cy="391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B552F7-15F2-E2FB-9D76-6F62DCAF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108345" cy="1758099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4128D-C5CE-B9B0-9079-661E43E7D1C2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5ABAF-EE43-A57C-F825-9994DFBDA454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lelogram 59">
            <a:extLst>
              <a:ext uri="{FF2B5EF4-FFF2-40B4-BE49-F238E27FC236}">
                <a16:creationId xmlns:a16="http://schemas.microsoft.com/office/drawing/2014/main" id="{1ED06848-3EA5-34BF-01FF-F71F635BBA74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E0B4A190-764B-3096-92BE-E28FF3150699}"/>
              </a:ext>
            </a:extLst>
          </p:cNvPr>
          <p:cNvSpPr txBox="1">
            <a:spLocks/>
          </p:cNvSpPr>
          <p:nvPr/>
        </p:nvSpPr>
        <p:spPr>
          <a:xfrm>
            <a:off x="1634946" y="256206"/>
            <a:ext cx="7274104" cy="423464"/>
          </a:xfrm>
          <a:prstGeom prst="rect">
            <a:avLst/>
          </a:prstGeom>
          <a:solidFill>
            <a:schemeClr val="bg1"/>
          </a:solidFill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800">
                <a:solidFill>
                  <a:schemeClr val="tx1">
                    <a:lumMod val="75000"/>
                    <a:lumOff val="25000"/>
                  </a:schemeClr>
                </a:solidFill>
              </a:rPr>
              <a:t>3. </a:t>
            </a:r>
            <a:r>
              <a:rPr lang="es-ES_tradnl" sz="240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 AND FUTURE DIRECTIONS</a:t>
            </a:r>
            <a:endParaRPr lang="es-ES_tradnl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2518042" y="1053663"/>
            <a:ext cx="3238791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4400">
                <a:solidFill>
                  <a:srgbClr val="0069AD"/>
                </a:solidFill>
              </a:rPr>
              <a:t>PHONE</a:t>
            </a:r>
            <a:r>
              <a:rPr lang="es-ES_tradnl" sz="5400">
                <a:solidFill>
                  <a:srgbClr val="0069AD"/>
                </a:solidFill>
              </a:rPr>
              <a:t>2</a:t>
            </a:r>
            <a:r>
              <a:rPr lang="es-ES_tradnl" sz="4400">
                <a:solidFill>
                  <a:srgbClr val="0069AD"/>
                </a:solidFill>
              </a:rPr>
              <a:t>D 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380310" y="2644153"/>
            <a:ext cx="190473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rgbClr val="FF0000"/>
                </a:solidFill>
              </a:rPr>
              <a:t>Disadvantages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0759B0C0-F554-98EB-D0EB-DD1737727925}"/>
              </a:ext>
            </a:extLst>
          </p:cNvPr>
          <p:cNvSpPr txBox="1">
            <a:spLocks/>
          </p:cNvSpPr>
          <p:nvPr/>
        </p:nvSpPr>
        <p:spPr>
          <a:xfrm>
            <a:off x="512031" y="3292519"/>
            <a:ext cx="3427957" cy="25497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Not sufficient to meet all the needs of tourists</a:t>
            </a:r>
            <a:endParaRPr lang="es-ES_tradnl" sz="1600" dirty="0"/>
          </a:p>
        </p:txBody>
      </p:sp>
      <p:sp>
        <p:nvSpPr>
          <p:cNvPr id="30" name="Marcador de texto 8">
            <a:extLst>
              <a:ext uri="{FF2B5EF4-FFF2-40B4-BE49-F238E27FC236}">
                <a16:creationId xmlns:a16="http://schemas.microsoft.com/office/drawing/2014/main" id="{276A5665-0C01-6675-005B-578F322E15E6}"/>
              </a:ext>
            </a:extLst>
          </p:cNvPr>
          <p:cNvSpPr txBox="1">
            <a:spLocks/>
          </p:cNvSpPr>
          <p:nvPr/>
        </p:nvSpPr>
        <p:spPr>
          <a:xfrm>
            <a:off x="512031" y="3817722"/>
            <a:ext cx="3275857" cy="275886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Website is not optimized for other devices such as phones, tablets, and does not support multiple languages.</a:t>
            </a:r>
            <a:endParaRPr lang="es-ES_tradnl" sz="1600" dirty="0"/>
          </a:p>
        </p:txBody>
      </p:sp>
      <p:sp>
        <p:nvSpPr>
          <p:cNvPr id="33" name="Marcador de texto 3">
            <a:extLst>
              <a:ext uri="{FF2B5EF4-FFF2-40B4-BE49-F238E27FC236}">
                <a16:creationId xmlns:a16="http://schemas.microsoft.com/office/drawing/2014/main" id="{D9CD55DB-42BE-950B-6B7C-FD82B8118C55}"/>
              </a:ext>
            </a:extLst>
          </p:cNvPr>
          <p:cNvSpPr txBox="1">
            <a:spLocks/>
          </p:cNvSpPr>
          <p:nvPr/>
        </p:nvSpPr>
        <p:spPr>
          <a:xfrm>
            <a:off x="4224010" y="1664697"/>
            <a:ext cx="1904734" cy="755770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1800">
                <a:solidFill>
                  <a:srgbClr val="0069AD"/>
                </a:solidFill>
              </a:rPr>
              <a:t>Future Work</a:t>
            </a:r>
          </a:p>
        </p:txBody>
      </p:sp>
      <p:sp>
        <p:nvSpPr>
          <p:cNvPr id="39" name="Marcador de texto 8">
            <a:extLst>
              <a:ext uri="{FF2B5EF4-FFF2-40B4-BE49-F238E27FC236}">
                <a16:creationId xmlns:a16="http://schemas.microsoft.com/office/drawing/2014/main" id="{0759B0C0-F554-98EB-D0EB-DD1737727925}"/>
              </a:ext>
            </a:extLst>
          </p:cNvPr>
          <p:cNvSpPr txBox="1">
            <a:spLocks/>
          </p:cNvSpPr>
          <p:nvPr/>
        </p:nvSpPr>
        <p:spPr>
          <a:xfrm>
            <a:off x="4988528" y="2351486"/>
            <a:ext cx="3372748" cy="25497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400">
                <a:solidFill>
                  <a:srgbClr val="0069AD"/>
                </a:solidFill>
              </a:rPr>
              <a:t>Add additional features </a:t>
            </a:r>
          </a:p>
        </p:txBody>
      </p:sp>
      <p:sp>
        <p:nvSpPr>
          <p:cNvPr id="40" name="Marcador de texto 8">
            <a:extLst>
              <a:ext uri="{FF2B5EF4-FFF2-40B4-BE49-F238E27FC236}">
                <a16:creationId xmlns:a16="http://schemas.microsoft.com/office/drawing/2014/main" id="{0759B0C0-F554-98EB-D0EB-DD1737727925}"/>
              </a:ext>
            </a:extLst>
          </p:cNvPr>
          <p:cNvSpPr txBox="1">
            <a:spLocks/>
          </p:cNvSpPr>
          <p:nvPr/>
        </p:nvSpPr>
        <p:spPr>
          <a:xfrm>
            <a:off x="4988528" y="3015980"/>
            <a:ext cx="3509596" cy="25497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400">
                <a:solidFill>
                  <a:srgbClr val="0069AD"/>
                </a:solidFill>
              </a:rPr>
              <a:t>Incorporating a guide system </a:t>
            </a:r>
            <a:endParaRPr lang="en-US" sz="1400"/>
          </a:p>
        </p:txBody>
      </p:sp>
      <p:sp>
        <p:nvSpPr>
          <p:cNvPr id="43" name="Left Arrow 42"/>
          <p:cNvSpPr/>
          <p:nvPr/>
        </p:nvSpPr>
        <p:spPr>
          <a:xfrm rot="10800000">
            <a:off x="4519472" y="2398581"/>
            <a:ext cx="339371" cy="207883"/>
          </a:xfrm>
          <a:prstGeom prst="leftArrow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eft Arrow 43"/>
          <p:cNvSpPr/>
          <p:nvPr/>
        </p:nvSpPr>
        <p:spPr>
          <a:xfrm rot="10800000">
            <a:off x="4519472" y="3063817"/>
            <a:ext cx="339371" cy="207883"/>
          </a:xfrm>
          <a:prstGeom prst="leftArrow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Left Arrow 45"/>
          <p:cNvSpPr/>
          <p:nvPr/>
        </p:nvSpPr>
        <p:spPr>
          <a:xfrm rot="10800000">
            <a:off x="4519472" y="3609838"/>
            <a:ext cx="339371" cy="207883"/>
          </a:xfrm>
          <a:prstGeom prst="leftArrow">
            <a:avLst/>
          </a:prstGeom>
          <a:solidFill>
            <a:srgbClr val="006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texto 8">
            <a:extLst>
              <a:ext uri="{FF2B5EF4-FFF2-40B4-BE49-F238E27FC236}">
                <a16:creationId xmlns:a16="http://schemas.microsoft.com/office/drawing/2014/main" id="{6ED91472-F8B8-91D9-86C3-2AE1D4B529AD}"/>
              </a:ext>
            </a:extLst>
          </p:cNvPr>
          <p:cNvSpPr txBox="1">
            <a:spLocks/>
          </p:cNvSpPr>
          <p:nvPr/>
        </p:nvSpPr>
        <p:spPr>
          <a:xfrm>
            <a:off x="4988528" y="3420008"/>
            <a:ext cx="3509596" cy="254979"/>
          </a:xfrm>
          <a:prstGeom prst="rect">
            <a:avLst/>
          </a:prstGeom>
          <a:noFill/>
        </p:spPr>
        <p:txBody>
          <a:bodyPr vert="horz" lIns="0" tIns="7200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2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400">
                <a:solidFill>
                  <a:srgbClr val="0069AD"/>
                </a:solidFill>
              </a:rPr>
              <a:t>Messaging interface will facilitate communication with travel advisors and tour guides.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408614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282D-01E9-8F07-DBF9-78BC34D7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4">
            <a:extLst>
              <a:ext uri="{FF2B5EF4-FFF2-40B4-BE49-F238E27FC236}">
                <a16:creationId xmlns:a16="http://schemas.microsoft.com/office/drawing/2014/main" id="{4235C952-5473-6F49-0A08-C3D35F08C863}"/>
              </a:ext>
            </a:extLst>
          </p:cNvPr>
          <p:cNvSpPr txBox="1">
            <a:spLocks/>
          </p:cNvSpPr>
          <p:nvPr/>
        </p:nvSpPr>
        <p:spPr>
          <a:xfrm>
            <a:off x="2349499" y="1770215"/>
            <a:ext cx="4727575" cy="1229189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bg1">
                    <a:lumMod val="85000"/>
                  </a:schemeClr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8800">
                <a:solidFill>
                  <a:schemeClr val="bg1">
                    <a:lumMod val="75000"/>
                  </a:schemeClr>
                </a:solidFill>
              </a:rPr>
              <a:t>THANKS</a:t>
            </a:r>
            <a:endParaRPr lang="es-ES_tradnl" sz="8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98D6077F-273E-740A-7266-832BD4229FB9}"/>
              </a:ext>
            </a:extLst>
          </p:cNvPr>
          <p:cNvSpPr txBox="1">
            <a:spLocks/>
          </p:cNvSpPr>
          <p:nvPr/>
        </p:nvSpPr>
        <p:spPr>
          <a:xfrm>
            <a:off x="1626367" y="2571750"/>
            <a:ext cx="6196066" cy="100944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5400">
                <a:solidFill>
                  <a:srgbClr val="FFFFFF"/>
                </a:solidFill>
              </a:rPr>
              <a:t>THANK YOU</a:t>
            </a:r>
            <a:endParaRPr lang="es-ES_tradnl" sz="5400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7FBB82-5351-A048-4F1E-112A2DF28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03"/>
            <a:ext cx="4397838" cy="2354595"/>
          </a:xfrm>
          <a:prstGeom prst="rect">
            <a:avLst/>
          </a:prstGeom>
        </p:spPr>
      </p:pic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124DC9A8-8C88-BE33-522A-B9FBBEFD158F}"/>
              </a:ext>
            </a:extLst>
          </p:cNvPr>
          <p:cNvSpPr txBox="1">
            <a:spLocks/>
          </p:cNvSpPr>
          <p:nvPr/>
        </p:nvSpPr>
        <p:spPr>
          <a:xfrm>
            <a:off x="1503077" y="2609850"/>
            <a:ext cx="6196066" cy="941409"/>
          </a:xfrm>
          <a:prstGeom prst="rect">
            <a:avLst/>
          </a:prstGeom>
        </p:spPr>
        <p:txBody>
          <a:bodyPr wrap="square" lIns="0" tIns="0" rIns="0" bIns="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7500" b="1" i="0" kern="1200">
                <a:solidFill>
                  <a:schemeClr val="accent1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ES_tradnl" sz="6000">
                <a:solidFill>
                  <a:srgbClr val="0069AD"/>
                </a:solidFill>
              </a:rPr>
              <a:t>THANK YOU</a:t>
            </a:r>
            <a:endParaRPr lang="es-ES_tradnl" sz="6000" dirty="0">
              <a:solidFill>
                <a:srgbClr val="0069AD"/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03DAA7B-7307-020E-5760-1441CA24072C}"/>
              </a:ext>
            </a:extLst>
          </p:cNvPr>
          <p:cNvSpPr txBox="1">
            <a:spLocks/>
          </p:cNvSpPr>
          <p:nvPr/>
        </p:nvSpPr>
        <p:spPr>
          <a:xfrm>
            <a:off x="6586737" y="4813105"/>
            <a:ext cx="1268796" cy="43430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069AD"/>
                </a:solidFill>
                <a:latin typeface="+mn-lt"/>
                <a:ea typeface="+mn-ea"/>
                <a:cs typeface="+mn-cs"/>
              </a:rPr>
              <a:t>www.ctu.edu.vn</a:t>
            </a:r>
            <a:endParaRPr lang="en-US" sz="1200" b="1" dirty="0">
              <a:solidFill>
                <a:srgbClr val="0069AD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78EF13-543B-FF24-D5DE-E4580F006ADA}"/>
              </a:ext>
            </a:extLst>
          </p:cNvPr>
          <p:cNvCxnSpPr/>
          <p:nvPr/>
        </p:nvCxnSpPr>
        <p:spPr>
          <a:xfrm>
            <a:off x="7971560" y="4901137"/>
            <a:ext cx="1200150" cy="0"/>
          </a:xfrm>
          <a:prstGeom prst="line">
            <a:avLst/>
          </a:prstGeom>
          <a:ln w="19050">
            <a:solidFill>
              <a:srgbClr val="0069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arallelogram 59">
            <a:extLst>
              <a:ext uri="{FF2B5EF4-FFF2-40B4-BE49-F238E27FC236}">
                <a16:creationId xmlns:a16="http://schemas.microsoft.com/office/drawing/2014/main" id="{24F1810A-2F65-B59D-106B-32DA51E8785A}"/>
              </a:ext>
            </a:extLst>
          </p:cNvPr>
          <p:cNvSpPr/>
          <p:nvPr/>
        </p:nvSpPr>
        <p:spPr>
          <a:xfrm>
            <a:off x="7790239" y="4935102"/>
            <a:ext cx="1424227" cy="74849"/>
          </a:xfrm>
          <a:custGeom>
            <a:avLst/>
            <a:gdLst>
              <a:gd name="connsiteX0" fmla="*/ 0 w 1384300"/>
              <a:gd name="connsiteY0" fmla="*/ 45719 h 45719"/>
              <a:gd name="connsiteX1" fmla="*/ 11430 w 1384300"/>
              <a:gd name="connsiteY1" fmla="*/ 0 h 45719"/>
              <a:gd name="connsiteX2" fmla="*/ 1384300 w 1384300"/>
              <a:gd name="connsiteY2" fmla="*/ 0 h 45719"/>
              <a:gd name="connsiteX3" fmla="*/ 1372870 w 1384300"/>
              <a:gd name="connsiteY3" fmla="*/ 45719 h 45719"/>
              <a:gd name="connsiteX4" fmla="*/ 0 w 1384300"/>
              <a:gd name="connsiteY4" fmla="*/ 45719 h 45719"/>
              <a:gd name="connsiteX0" fmla="*/ 0 w 1428750"/>
              <a:gd name="connsiteY0" fmla="*/ 45719 h 45719"/>
              <a:gd name="connsiteX1" fmla="*/ 55880 w 1428750"/>
              <a:gd name="connsiteY1" fmla="*/ 0 h 45719"/>
              <a:gd name="connsiteX2" fmla="*/ 1428750 w 1428750"/>
              <a:gd name="connsiteY2" fmla="*/ 0 h 45719"/>
              <a:gd name="connsiteX3" fmla="*/ 1417320 w 1428750"/>
              <a:gd name="connsiteY3" fmla="*/ 45719 h 45719"/>
              <a:gd name="connsiteX4" fmla="*/ 0 w 1428750"/>
              <a:gd name="connsiteY4" fmla="*/ 45719 h 45719"/>
              <a:gd name="connsiteX0" fmla="*/ 0 w 1483570"/>
              <a:gd name="connsiteY0" fmla="*/ 43710 h 45719"/>
              <a:gd name="connsiteX1" fmla="*/ 110700 w 1483570"/>
              <a:gd name="connsiteY1" fmla="*/ 0 h 45719"/>
              <a:gd name="connsiteX2" fmla="*/ 1483570 w 1483570"/>
              <a:gd name="connsiteY2" fmla="*/ 0 h 45719"/>
              <a:gd name="connsiteX3" fmla="*/ 1472140 w 1483570"/>
              <a:gd name="connsiteY3" fmla="*/ 45719 h 45719"/>
              <a:gd name="connsiteX4" fmla="*/ 0 w 1483570"/>
              <a:gd name="connsiteY4" fmla="*/ 4371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3570" h="45719">
                <a:moveTo>
                  <a:pt x="0" y="43710"/>
                </a:moveTo>
                <a:lnTo>
                  <a:pt x="110700" y="0"/>
                </a:lnTo>
                <a:lnTo>
                  <a:pt x="1483570" y="0"/>
                </a:lnTo>
                <a:lnTo>
                  <a:pt x="1472140" y="45719"/>
                </a:lnTo>
                <a:lnTo>
                  <a:pt x="0" y="43710"/>
                </a:lnTo>
                <a:close/>
              </a:path>
            </a:pathLst>
          </a:custGeom>
          <a:solidFill>
            <a:srgbClr val="0069AD"/>
          </a:solidFill>
          <a:ln>
            <a:solidFill>
              <a:srgbClr val="0069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cxnSp>
        <p:nvCxnSpPr>
          <p:cNvPr id="8" name="Conector recto 8">
            <a:extLst>
              <a:ext uri="{FF2B5EF4-FFF2-40B4-BE49-F238E27FC236}">
                <a16:creationId xmlns:a16="http://schemas.microsoft.com/office/drawing/2014/main" id="{D35F2E28-D84F-A182-FF35-C439012C4446}"/>
              </a:ext>
            </a:extLst>
          </p:cNvPr>
          <p:cNvCxnSpPr>
            <a:cxnSpLocks/>
          </p:cNvCxnSpPr>
          <p:nvPr/>
        </p:nvCxnSpPr>
        <p:spPr>
          <a:xfrm>
            <a:off x="2343150" y="2673024"/>
            <a:ext cx="4533900" cy="0"/>
          </a:xfrm>
          <a:prstGeom prst="line">
            <a:avLst/>
          </a:prstGeom>
          <a:ln w="9525">
            <a:solidFill>
              <a:srgbClr val="0069AD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1418385-8159-1845-252C-F985CDA2E4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2587625" y="780679"/>
            <a:ext cx="3968750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19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Instagram 01">
      <a:dk1>
        <a:sysClr val="windowText" lastClr="000000"/>
      </a:dk1>
      <a:lt1>
        <a:sysClr val="window" lastClr="FFFFFF"/>
      </a:lt1>
      <a:dk2>
        <a:srgbClr val="202125"/>
      </a:dk2>
      <a:lt2>
        <a:srgbClr val="FFFCFF"/>
      </a:lt2>
      <a:accent1>
        <a:srgbClr val="4B3959"/>
      </a:accent1>
      <a:accent2>
        <a:srgbClr val="42648A"/>
      </a:accent2>
      <a:accent3>
        <a:srgbClr val="A4B2AA"/>
      </a:accent3>
      <a:accent4>
        <a:srgbClr val="DDC99C"/>
      </a:accent4>
      <a:accent5>
        <a:srgbClr val="CF6962"/>
      </a:accent5>
      <a:accent6>
        <a:srgbClr val="70364A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Instagram 01">
      <a:dk1>
        <a:sysClr val="windowText" lastClr="000000"/>
      </a:dk1>
      <a:lt1>
        <a:sysClr val="window" lastClr="FFFFFF"/>
      </a:lt1>
      <a:dk2>
        <a:srgbClr val="202125"/>
      </a:dk2>
      <a:lt2>
        <a:srgbClr val="FFFCFF"/>
      </a:lt2>
      <a:accent1>
        <a:srgbClr val="4B3959"/>
      </a:accent1>
      <a:accent2>
        <a:srgbClr val="42648A"/>
      </a:accent2>
      <a:accent3>
        <a:srgbClr val="A4B2AA"/>
      </a:accent3>
      <a:accent4>
        <a:srgbClr val="DDC99C"/>
      </a:accent4>
      <a:accent5>
        <a:srgbClr val="CF6962"/>
      </a:accent5>
      <a:accent6>
        <a:srgbClr val="70364A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8356</TotalTime>
  <Words>297</Words>
  <Application>Microsoft Office PowerPoint</Application>
  <PresentationFormat>On-screen Show (16:9)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Lato</vt:lpstr>
      <vt:lpstr>Raleway Black</vt:lpstr>
      <vt:lpstr>Times New Roman</vt:lpstr>
      <vt:lpstr>Arial</vt:lpstr>
      <vt:lpstr>Calibri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Isaac Rivera</dc:creator>
  <cp:lastModifiedBy>Hồ Chí Thanh - B2110058</cp:lastModifiedBy>
  <cp:revision>274</cp:revision>
  <dcterms:created xsi:type="dcterms:W3CDTF">2016-05-27T21:17:44Z</dcterms:created>
  <dcterms:modified xsi:type="dcterms:W3CDTF">2024-05-01T16:23:56Z</dcterms:modified>
</cp:coreProperties>
</file>